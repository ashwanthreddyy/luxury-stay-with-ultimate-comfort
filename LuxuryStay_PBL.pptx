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5" r:id="rId11"/>
    <p:sldId id="346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Luxury Stay - Hotel Booking Web Application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S. Ashwanth Reddy</a:t>
            </a:r>
          </a:p>
          <a:p>
            <a:pPr marL="0" indent="0" algn="ctr">
              <a:buNone/>
            </a:pPr>
            <a:r>
              <a:rPr lang="en-US" sz="9600" dirty="0"/>
              <a:t>Student ID:2520030081</a:t>
            </a:r>
          </a:p>
          <a:p>
            <a:pPr marL="0" indent="0" algn="ctr">
              <a:buNone/>
            </a:pPr>
            <a:r>
              <a:rPr lang="en-US" sz="11200" dirty="0"/>
              <a:t>Cluster:3</a:t>
            </a:r>
          </a:p>
          <a:p>
            <a:pPr marL="0" indent="0" algn="ctr">
              <a:buNone/>
            </a:pPr>
            <a:r>
              <a:rPr lang="en-US" sz="11200" dirty="0"/>
              <a:t>Section:10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  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496264" y="3039822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Surekha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Luxury Stay is a full-stack hotel booking web application designed to provide a seamless, premium experience for travelers across India.</a:t>
            </a:r>
          </a:p>
          <a:p>
            <a:r>
              <a:rPr lang="en-US" sz="2000" b="1" dirty="0"/>
              <a:t>FWD (Front-End Web Development):</a:t>
            </a:r>
          </a:p>
          <a:p>
            <a:r>
              <a:rPr lang="en-US" sz="2000" dirty="0"/>
              <a:t>Built using HTML, CSS, and JavaScript with a multi-page architecture including a login/register system, a main landing page, 22 hotel property listings, room booking wizard, gallery, and contact form.</a:t>
            </a:r>
          </a:p>
          <a:p>
            <a:r>
              <a:rPr lang="en-US" sz="2000" b="1" dirty="0"/>
              <a:t>DSA (Data Structures and Algorithms):</a:t>
            </a:r>
          </a:p>
          <a:p>
            <a:r>
              <a:rPr lang="en-US" sz="2000" dirty="0"/>
              <a:t>Implemented in Java, mirroring the website logic using HashMap, LinkedList, Stack, Queue, ArrayList, Binary Search, and Polynomial Rolling Hash for authentication, session management, navigation, and notifications.</a:t>
            </a:r>
          </a:p>
          <a:p>
            <a:r>
              <a:rPr lang="en-US" sz="2000" dirty="0"/>
              <a:t>The system covers user registration, login with brute-force protection, password strength validation, sorted user search, and session-based access control — all mapped to real-world DSA concepts.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Existing hotel booking systems have several limitations:</a:t>
            </a:r>
          </a:p>
          <a:p>
            <a:pPr marL="0" indent="0">
              <a:buNone/>
            </a:pPr>
            <a:r>
              <a:rPr lang="en-US" sz="1800" dirty="0"/>
              <a:t>Static Websites: Most hotel sites are static HTML with no real-time booking or user authentication</a:t>
            </a:r>
          </a:p>
          <a:p>
            <a:pPr marL="0" indent="0">
              <a:buNone/>
            </a:pPr>
            <a:r>
              <a:rPr lang="en-US" sz="1800" dirty="0"/>
              <a:t>Manual Booking: Reservations via phone/email — no automated confirmation or session management</a:t>
            </a:r>
          </a:p>
          <a:p>
            <a:pPr marL="0" indent="0">
              <a:buNone/>
            </a:pPr>
            <a:r>
              <a:rPr lang="en-US" sz="1800" dirty="0"/>
              <a:t>No Personalization: No login system; repeat guests must re-enter all details every visit</a:t>
            </a:r>
          </a:p>
          <a:p>
            <a:pPr marL="0" indent="0">
              <a:buNone/>
            </a:pPr>
            <a:r>
              <a:rPr lang="en-US" sz="1800" dirty="0"/>
              <a:t>No Filtering/Search: Hotel portfolios shown as flat lists with no region or category filtering</a:t>
            </a:r>
          </a:p>
          <a:p>
            <a:pPr marL="0" indent="0">
              <a:buNone/>
            </a:pPr>
            <a:r>
              <a:rPr lang="en-US" sz="1800" dirty="0"/>
              <a:t>Weak Data Management: User data in unstructured formats without efficient O(1) lookup</a:t>
            </a:r>
          </a:p>
          <a:p>
            <a:pPr marL="0" indent="0">
              <a:buNone/>
            </a:pPr>
            <a:r>
              <a:rPr lang="en-US" sz="1800" dirty="0"/>
              <a:t>No Security: Passwords stored in plain text, no brute-force protection, no session tokens</a:t>
            </a:r>
          </a:p>
          <a:p>
            <a:pPr marL="0" indent="0">
              <a:buNone/>
            </a:pPr>
            <a:r>
              <a:rPr lang="en-US" sz="1800" dirty="0"/>
              <a:t>Limited Feedback: No toast notifications or real-time form validation for users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Luxury Stay addresses all existing limitations with a modern, feature-rich web application:</a:t>
            </a:r>
          </a:p>
          <a:p>
            <a:r>
              <a:rPr lang="en-US" sz="2000" dirty="0"/>
              <a:t>Multi-Page Architecture: Separate login.html and index.html with session-based authentication guard</a:t>
            </a:r>
          </a:p>
          <a:p>
            <a:r>
              <a:rPr lang="en-US" sz="2000" dirty="0"/>
              <a:t>Authentication System: Login, Register, Forgot Password with demo users, social login, and guest access</a:t>
            </a:r>
          </a:p>
          <a:p>
            <a:r>
              <a:rPr lang="en-US" sz="2000" dirty="0"/>
              <a:t>22 Hotel Properties: Filterable by region (North/South/East/West), category (Beach/Heritage), with search</a:t>
            </a:r>
          </a:p>
          <a:p>
            <a:r>
              <a:rPr lang="en-US" sz="2000" dirty="0"/>
              <a:t>Room Booking Wizard: 4-step booking flow — Stay details, Guest info, Payment, Confirmation</a:t>
            </a:r>
          </a:p>
          <a:p>
            <a:r>
              <a:rPr lang="en-US" sz="2000" dirty="0"/>
              <a:t>DSA-Backed Backend (Java): HashMap for O(1) user lookup, Stack for navigation, Queue for notifications</a:t>
            </a:r>
          </a:p>
          <a:p>
            <a:r>
              <a:rPr lang="en-US" sz="2000" dirty="0"/>
              <a:t>Password Security: Polynomial rolling hash + strength meter (Weak/Fair/Good/Strong) with brute-force lock</a:t>
            </a:r>
          </a:p>
          <a:p>
            <a:r>
              <a:rPr lang="en-US" sz="2000" dirty="0"/>
              <a:t>Responsive Design: Mobile-first with smooth animations, preloader, scroll reveal, and testimonial slider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Frontend Layer (Client-Side):</a:t>
            </a:r>
          </a:p>
          <a:p>
            <a:r>
              <a:rPr lang="en-US" sz="2000" dirty="0"/>
              <a:t>login.html / login.css / login.js — Authentication page with tab switching, form validation, session storage</a:t>
            </a:r>
          </a:p>
          <a:p>
            <a:r>
              <a:rPr lang="en-US" sz="2000" dirty="0"/>
              <a:t>index.html / style.css / script.js — Main site with navbar, hero, rooms, hotels grid, gallery, contact, booking modal</a:t>
            </a:r>
          </a:p>
          <a:p>
            <a:r>
              <a:rPr lang="en-US" sz="2000" b="1" dirty="0"/>
              <a:t>Data Layer (sessionStorage):</a:t>
            </a:r>
          </a:p>
          <a:p>
            <a:r>
              <a:rPr lang="en-US" sz="2000" dirty="0"/>
              <a:t>ls_auth — Boolean flag for session validity; ls_user — JSON object with name, email, role, loginTime</a:t>
            </a:r>
          </a:p>
          <a:p>
            <a:r>
              <a:rPr lang="en-US" sz="2000" b="1" dirty="0"/>
              <a:t>DSA Layer (Java — LuxuryStayDSA.java):</a:t>
            </a:r>
          </a:p>
          <a:p>
            <a:r>
              <a:rPr lang="en-US" sz="2000" dirty="0"/>
              <a:t>UserStore (HashMap) → SessionManager (HashMap) → LoginHistory (LinkedList) → NavigationStack (Stack) → NotificationQueue (Queue)</a:t>
            </a:r>
          </a:p>
          <a:p>
            <a:r>
              <a:rPr lang="en-US" sz="2000" dirty="0"/>
              <a:t>AuthGate ties all DSA components into a unified login/register/logout flow mirroring the frontend logic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Module 1 — Authentication (login.js + Java AuthGate):</a:t>
            </a:r>
          </a:p>
          <a:p>
            <a:r>
              <a:rPr lang="en-US" sz="2000" dirty="0"/>
              <a:t>Sign In with email/password validation, Register with strength check, Forgot Password, Social Login (Google/Facebook), Guest Access</a:t>
            </a:r>
          </a:p>
          <a:p>
            <a:r>
              <a:rPr lang="en-US" sz="2000" b="1" dirty="0"/>
              <a:t>Module 2 — Hotel Portfolio (index.html + script.js):</a:t>
            </a:r>
          </a:p>
          <a:p>
            <a:r>
              <a:rPr lang="en-US" sz="2000" dirty="0"/>
              <a:t>22 hotel cards across India, filterable by 6 region/type categories, searchable by name/city, with Book Now action</a:t>
            </a:r>
          </a:p>
          <a:p>
            <a:r>
              <a:rPr lang="en-US" sz="2000" b="1" dirty="0"/>
              <a:t>Module 3 — Room Booking Wizard:</a:t>
            </a:r>
          </a:p>
          <a:p>
            <a:r>
              <a:rPr lang="en-US" sz="2000" dirty="0"/>
              <a:t>4-step modal: Room selection → Guest details (check-in/out, guests) → Payment (card/UPI/netbanking) → Confirmation with booking ID</a:t>
            </a:r>
          </a:p>
          <a:p>
            <a:r>
              <a:rPr lang="en-US" sz="2000" b="1" dirty="0"/>
              <a:t>Module 4 — DSA Implementation (LuxuryStayDSA.java):</a:t>
            </a:r>
          </a:p>
          <a:p>
            <a:r>
              <a:rPr lang="en-US" sz="2000" dirty="0"/>
              <a:t>8 classes: User (POJO), PasswordHasher, UserStore, SessionManager, LoginHistory, NavigationStack, NotificationQueue, AuthGate with 15 test cases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FWD Objectives:</a:t>
            </a:r>
          </a:p>
          <a:p>
            <a:r>
              <a:rPr lang="en-US" sz="2000" dirty="0"/>
              <a:t>Build a responsive multi-page hotel website using HTML5, CSS3, and vanilla JavaScript with no frameworks</a:t>
            </a:r>
          </a:p>
          <a:p>
            <a:r>
              <a:rPr lang="en-US" sz="2000" dirty="0"/>
              <a:t>Implement a complete authentication flow with login, register, forgot password, social login, and guest access</a:t>
            </a:r>
          </a:p>
          <a:p>
            <a:r>
              <a:rPr lang="en-US" sz="2000" dirty="0"/>
              <a:t>Design 22 hotel property cards with dynamic filtering, search, and booking functionality</a:t>
            </a:r>
          </a:p>
          <a:p>
            <a:r>
              <a:rPr lang="en-US" sz="2000" dirty="0"/>
              <a:t>Create a 4-step booking wizard modal with form validation and simulated payment gateway</a:t>
            </a:r>
          </a:p>
          <a:p>
            <a:r>
              <a:rPr lang="en-US" sz="2000" b="1" dirty="0"/>
              <a:t>DSA Objectives:</a:t>
            </a:r>
          </a:p>
          <a:p>
            <a:r>
              <a:rPr lang="en-US" sz="2000" dirty="0"/>
              <a:t>Map frontend logic to Java DSA: HashMap for user/session storage (O(1)), LinkedList for login history, Stack for navigation</a:t>
            </a:r>
          </a:p>
          <a:p>
            <a:r>
              <a:rPr lang="en-US" sz="2000" dirty="0"/>
              <a:t>Implement polynomial rolling hash for password hashing and binary search on sorted user list (O(log n))</a:t>
            </a:r>
          </a:p>
          <a:p>
            <a:r>
              <a:rPr lang="en-US" sz="2000" dirty="0"/>
              <a:t>Demonstrate brute-force lockout, password strength scoring, and FIFO notification queue in Java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CO1 — Apply knowledge of computing to design web-based solutions:</a:t>
            </a:r>
          </a:p>
          <a:p>
            <a:pPr marL="457200" indent="0">
              <a:buNone/>
            </a:pPr>
            <a:r>
              <a:rPr lang="en-US" sz="1800" dirty="0"/>
              <a:t>Designed a responsive multi-page hotel booking site (login.html + index.html) using HTML5, CSS3, JS with animations, preloader, and scroll reveal</a:t>
            </a:r>
          </a:p>
          <a:p>
            <a:pPr marL="0" indent="0">
              <a:buNone/>
            </a:pPr>
            <a:r>
              <a:rPr lang="en-US" sz="1800" b="1" dirty="0"/>
              <a:t>CO2 — Identify, analyze, and solve complex computing problems:</a:t>
            </a:r>
          </a:p>
          <a:p>
            <a:pPr marL="457200" indent="0">
              <a:buNone/>
            </a:pPr>
            <a:r>
              <a:rPr lang="en-US" sz="1800" dirty="0"/>
              <a:t>Solved UX challenges: session-based auth guard, 22-property dynamic filter with search, 4-step booking wizard with form validation</a:t>
            </a:r>
          </a:p>
          <a:p>
            <a:pPr marL="0" indent="0">
              <a:buNone/>
            </a:pPr>
            <a:r>
              <a:rPr lang="en-US" sz="1800" b="1" dirty="0"/>
              <a:t>CO3 — Design and implement software systems with appropriate techniques:</a:t>
            </a:r>
          </a:p>
          <a:p>
            <a:pPr marL="457200" indent="0">
              <a:buNone/>
            </a:pPr>
            <a:r>
              <a:rPr lang="en-US" sz="1800" dirty="0"/>
              <a:t>Implemented modular JavaScript with event-driven architecture, sessionStorage state management, and reusable UI components</a:t>
            </a:r>
          </a:p>
          <a:p>
            <a:pPr marL="0" indent="0">
              <a:buNone/>
            </a:pPr>
            <a:r>
              <a:rPr lang="en-US" sz="1800" b="1" dirty="0"/>
              <a:t>CO4 — Demonstrate professional ethics and communication:</a:t>
            </a:r>
          </a:p>
          <a:p>
            <a:pPr marL="457200" indent="0">
              <a:buNone/>
            </a:pPr>
            <a:r>
              <a:rPr lang="en-US" sz="1800" dirty="0"/>
              <a:t>Semantic HTML, accessible form patterns, clean code with structured comments across login.js, script.js, and style.css</a:t>
            </a:r>
          </a:p>
          <a:p>
            <a:pPr marL="0" indent="0">
              <a:buNone/>
            </a:pPr>
            <a:r>
              <a:rPr lang="en-US" sz="1800" b="1" dirty="0"/>
              <a:t>CO5 — Identify and use emerging technologies:</a:t>
            </a:r>
          </a:p>
          <a:p>
            <a:pPr marL="457200" indent="0">
              <a:buNone/>
            </a:pPr>
            <a:r>
              <a:rPr lang="en-US" sz="1800" dirty="0"/>
              <a:t>Used Intersection Observer API for scroll reveal, CSS custom properties, keyframe animations, and CSS Grid/Flexbox layouts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992" y="148995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CO1 — Apply DSA knowledge to real-world problems:</a:t>
            </a:r>
          </a:p>
          <a:p>
            <a:pPr marL="457200" indent="0">
              <a:buNone/>
            </a:pPr>
            <a:r>
              <a:rPr lang="en-US" sz="1800" dirty="0"/>
              <a:t>HashMap for O(1) email-based user lookup and session token validation, directly mirroring login.js sessionStorage logic</a:t>
            </a:r>
          </a:p>
          <a:p>
            <a:pPr marL="0" indent="0">
              <a:buNone/>
            </a:pPr>
            <a:r>
              <a:rPr lang="en-US" sz="1800" b="1" dirty="0"/>
              <a:t>CO2 — Analyze time and space complexity:</a:t>
            </a:r>
          </a:p>
          <a:p>
            <a:pPr marL="457200" indent="0">
              <a:buNone/>
            </a:pPr>
            <a:r>
              <a:rPr lang="en-US" sz="1800" dirty="0"/>
              <a:t>UserStore: O(1) register/authenticate; Binary Search on sorted ArrayList: O(log n); LinkedList prepend for login history: O(1)</a:t>
            </a:r>
          </a:p>
          <a:p>
            <a:pPr marL="0" indent="0">
              <a:buNone/>
            </a:pPr>
            <a:r>
              <a:rPr lang="en-US" sz="1800" b="1" dirty="0"/>
              <a:t>CO3 — Design and implement algorithms:</a:t>
            </a:r>
          </a:p>
          <a:p>
            <a:pPr marL="457200" indent="0">
              <a:buNone/>
            </a:pPr>
            <a:r>
              <a:rPr lang="en-US" sz="1800" dirty="0"/>
              <a:t>Polynomial Rolling Hash for password security; Comparator-based sort for user list; brute-force lockout after 5 failed attempts</a:t>
            </a:r>
          </a:p>
          <a:p>
            <a:pPr marL="0" indent="0">
              <a:buNone/>
            </a:pPr>
            <a:r>
              <a:rPr lang="en-US" sz="1800" b="1" dirty="0"/>
              <a:t>CO4 — Demonstrate systematic testing and validation:</a:t>
            </a:r>
          </a:p>
          <a:p>
            <a:pPr marL="457200" indent="0">
              <a:buNone/>
            </a:pPr>
            <a:r>
              <a:rPr lang="en-US" sz="1800" dirty="0"/>
              <a:t>15 test cases: valid login, wrong password, admin login, new user register, duplicate check, forgot password, brute-force lock, logout</a:t>
            </a:r>
          </a:p>
          <a:p>
            <a:pPr marL="0" indent="0">
              <a:buNone/>
            </a:pPr>
            <a:r>
              <a:rPr lang="en-US" sz="1800" b="1" dirty="0"/>
              <a:t>CO5 — Connect theory to practice:</a:t>
            </a:r>
          </a:p>
          <a:p>
            <a:pPr marL="457200" indent="0">
              <a:buNone/>
            </a:pPr>
            <a:r>
              <a:rPr lang="en-US" sz="1800" dirty="0"/>
              <a:t>All 8 Java DSA classes (UserStore, SessionManager, LoginHistory, NavigationStack, NotificationQueue, AuthGate) map 1:1 to JS functions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550D-1730-34EA-8ABA-9BB036DE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FWD Screenshots:</a:t>
            </a:r>
          </a:p>
          <a:p>
            <a:pPr marL="0" indent="0">
              <a:buNone/>
            </a:pPr>
            <a:r>
              <a:rPr lang="en-US" sz="1600" dirty="0"/>
              <a:t>1. Login Page — Split-panel with sign in/register tabs, floating member card, gold-themed form, password strength meter</a:t>
            </a:r>
          </a:p>
          <a:p>
            <a:pPr marL="0" indent="0">
              <a:buNone/>
            </a:pPr>
            <a:r>
              <a:rPr lang="en-US" sz="1600" dirty="0"/>
              <a:t>2. Main Landing Page — Hero parallax, animated stats strip (120 rooms, 98% satisfaction, 25 yrs, 22 hotels)</a:t>
            </a:r>
          </a:p>
          <a:p>
            <a:pPr marL="0" indent="0">
              <a:buNone/>
            </a:pPr>
            <a:r>
              <a:rPr lang="en-US" sz="1600" dirty="0"/>
              <a:t>3. Hotel Portfolio — 22 property cards with region/type filter and live search, rating badges, price/night</a:t>
            </a:r>
          </a:p>
          <a:p>
            <a:pPr marL="0" indent="0">
              <a:buNone/>
            </a:pPr>
            <a:r>
              <a:rPr lang="en-US" sz="1600" dirty="0"/>
              <a:t>4. Booking Wizard — 4-step modal (Stay &gt; Details &gt; Payment &gt; Confirm) with animated progress indicator</a:t>
            </a:r>
          </a:p>
          <a:p>
            <a:pPr marL="0" indent="0">
              <a:buNone/>
            </a:pPr>
            <a:r>
              <a:rPr lang="en-US" sz="1600" b="1" dirty="0"/>
              <a:t>DSA Output (Java Console):</a:t>
            </a:r>
          </a:p>
          <a:p>
            <a:pPr marL="0" indent="0">
              <a:buNone/>
            </a:pPr>
            <a:r>
              <a:rPr lang="en-US" sz="1600" dirty="0"/>
              <a:t>5. Auth Test — Successful login shows session token, user role, timestamp via HashMap O(1) lookup</a:t>
            </a:r>
          </a:p>
          <a:p>
            <a:pPr marL="0" indent="0">
              <a:buNone/>
            </a:pPr>
            <a:r>
              <a:rPr lang="en-US" sz="1600" dirty="0"/>
              <a:t>6. Brute Force Lock — Account locked after 5 failed attempts; login history printed via LinkedList traversal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Luxury Stay successfully demonstrates an end-to-end hotel booking platform integrating FWD and DSA concepts.</a:t>
            </a:r>
          </a:p>
          <a:p>
            <a:pPr marL="0" indent="0">
              <a:buNone/>
            </a:pPr>
            <a:r>
              <a:rPr lang="en-US" sz="1800" b="1" dirty="0"/>
              <a:t>FWD Achievements:</a:t>
            </a:r>
          </a:p>
          <a:p>
            <a:pPr marL="0" indent="0">
              <a:buNone/>
            </a:pPr>
            <a:r>
              <a:rPr lang="en-US" sz="1800" dirty="0"/>
              <a:t>Delivered a fully responsive, multi-page hotel website with 22 properties, real-time filtering, session-based authentication, and a 4-step booking wizard using only HTML, CSS, and JavaScript</a:t>
            </a:r>
          </a:p>
          <a:p>
            <a:pPr marL="0" indent="0">
              <a:buNone/>
            </a:pPr>
            <a:r>
              <a:rPr lang="en-US" sz="1800" b="1" dirty="0"/>
              <a:t>DSA Achievements:</a:t>
            </a:r>
          </a:p>
          <a:p>
            <a:pPr marL="0" indent="0">
              <a:buNone/>
            </a:pPr>
            <a:r>
              <a:rPr lang="en-US" sz="1800" dirty="0"/>
              <a:t>Implemented 8 Java DSA classes with HashMap (O(1) lookup), doubly LinkedList (login history), Stack (navigation), Queue (notifications), Binary Search (O(log n)), and Polynomial Hashing — validated through 15 test cases</a:t>
            </a:r>
          </a:p>
          <a:p>
            <a:pPr marL="0" indent="0">
              <a:buNone/>
            </a:pPr>
            <a:r>
              <a:rPr lang="en-US" sz="1800" b="1" dirty="0"/>
              <a:t>Key Learning:</a:t>
            </a:r>
          </a:p>
          <a:p>
            <a:pPr marL="0" indent="0">
              <a:buNone/>
            </a:pPr>
            <a:r>
              <a:rPr lang="en-US" sz="1800" dirty="0"/>
              <a:t>The project established a clear mapping between frontend JavaScript patterns and core data structures, demonstrating that DSA is the backbone of real applications</a:t>
            </a:r>
          </a:p>
          <a:p>
            <a:pPr marL="0" indent="0">
              <a:buNone/>
            </a:pPr>
            <a:r>
              <a:rPr lang="en-US" sz="1800" dirty="0"/>
              <a:t>Future Scope: Integration with a live database (MySQL/Firebase), real payment gateway (Razorpay/Stripe), and mobile app using React Native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5420FDC-7FC5-E931-7B16-1C77216F4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3691</TotalTime>
  <Words>1618</Words>
  <Application>Microsoft Office PowerPoint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Custom Design</vt:lpstr>
      <vt:lpstr>Title: Luxury Stay - Hotel Booking Web Application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Co’s Attainments - DSA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D.Venkat Sai</cp:lastModifiedBy>
  <cp:revision>53</cp:revision>
  <dcterms:created xsi:type="dcterms:W3CDTF">2022-05-20T10:20:31Z</dcterms:created>
  <dcterms:modified xsi:type="dcterms:W3CDTF">2026-03-09T03:27:21Z</dcterms:modified>
</cp:coreProperties>
</file>